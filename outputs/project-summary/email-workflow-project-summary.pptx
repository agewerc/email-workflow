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3017520"/>
            <a:ext cx="233172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0" y="1078992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progress summary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4407408" y="2487168"/>
            <a:ext cx="6263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</a:rPr>
              <a:t>A modular, config-driven foundation for automated Gmail and LLM-assisted email briefings.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370332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37033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38679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Core pattern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36008" y="4178808"/>
            <a:ext cx="29260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Gather signals -&gt; synthesize with LLM -&gt; render HTML/text -&gt; optionally deliver via Gmail.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8001000" y="3703320"/>
            <a:ext cx="32461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3703320"/>
            <a:ext cx="73152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38679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Current footprint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02168" y="4178808"/>
            <a:ext cx="29260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CLI, FastAPI admin UI, workflow catalog, prompts, templates, docs, tests, and run artifacts.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4434840" y="5925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Prepared 2026-05-01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WORKFLOW PLATFORM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objective is a platform, not another script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Project 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842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recurring email workflows easy to add, inspect, and evolve.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89320" y="1536192"/>
            <a:ext cx="4983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</a:rPr>
              <a:t>Workflow definitions live in config, not buried in scripts.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89320" y="2103120"/>
            <a:ext cx="4983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</a:rPr>
              <a:t>Prompts, templates, profile inputs, and docs are visible assets.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89320" y="2670048"/>
            <a:ext cx="4983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</a:rPr>
              <a:t>Gmail and LLM providers are reusable adapters.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89320" y="3236976"/>
            <a:ext cx="4983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</a:rPr>
              <a:t>Outputs are polished email artifacts, not raw model text.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Project objectives and progress summary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WORKFLOW PLATFORM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implementation has four durable layers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2240280" cy="178308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084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8620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Registry, runner, context, artifact lifecycle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90088" y="2816352"/>
            <a:ext cx="384048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47288" y="1920240"/>
            <a:ext cx="22402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084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Workflows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8620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Citizen Brief, Weekend Weather + Surf, Job Alert Digest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51576" y="2816352"/>
            <a:ext cx="384048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8776" y="1920240"/>
            <a:ext cx="22402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2084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73368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Providers + renderers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73368" y="28620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Gmail, LLM, signal adapters, HTML/text templates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13064" y="2816352"/>
            <a:ext cx="384048" cy="0"/>
          </a:xfrm>
          <a:prstGeom prst="line">
            <a:avLst/>
          </a:prstGeom>
          <a:noFill/>
          <a:ln w="16510">
            <a:solidFill>
              <a:srgbClr val="D0D5D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70264" y="1920240"/>
            <a:ext cx="22402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20848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34856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File-backed assets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34856" y="28620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YAML definitions, prompts, profiles, docs, request drafts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4709160"/>
            <a:ext cx="10287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This shape keeps each new workflow focused on business logic while reusing source gathering, model access, rendering, delivery, and admin visibility.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Project objectives and progress summary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WORKFLOW PLATFORM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workflow tracks are now visible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31136"/>
            <a:ext cx="107899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Citizen Brief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54076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Reference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74920" y="1481328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Daily intelligence briefing synthesized from Gmail newsletters and inbox activity.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218688"/>
            <a:ext cx="107899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Weekend Weather + Surf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245059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52831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Configured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74920" y="2468880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Trigg Beach weekend outlook using Open-Meteo weather/marine data and Surfline ratings.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206240"/>
            <a:ext cx="107899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564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Job Alert Digest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343814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351586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Recently added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74920" y="3456432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Gmail job alerts are extracted, scored against Alan's profile, ranked, and rendered.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193792"/>
            <a:ext cx="107899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43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Surf / Weather Reports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4425696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450342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Planned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74920" y="4443984"/>
            <a:ext cx="6080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Standalone report docs preserve the expansion path for reusable forecast workflows.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Project objectives and progress summary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WORKFLOW PLATFORM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Recent progress expanded both workflow capability and operability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3375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Job Alert Digest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1892808"/>
            <a:ext cx="301752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New workflow code, prompts, templates, config, docs, tests, and run artifacts for extracting and ranking job opportunities.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375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819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Admin UI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36008" y="1892808"/>
            <a:ext cx="301752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Workflow list/details, prompt editing, and new Markdown-backed workflow request pages.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3375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5819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Reusable rendering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85048" y="1892808"/>
            <a:ext cx="301752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67085"/>
                </a:solidFill>
              </a:rPr>
              <a:t>Shared HTML/text digest rendering and templates reduce per-workflow duplication.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Workspace evidence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96512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1F2937"/>
                </a:solidFill>
              </a:rPr>
              <a:t>README now lists the current platform scope and concrete workflows.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1F2937"/>
                </a:solidFill>
              </a:rPr>
              <a:t>config/workflows.example.yaml defines Citizen Brief, Weekend Weather + Surf, and Job Alert Digest.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919472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1F2937"/>
                </a:solidFill>
              </a:rPr>
              <a:t>runs/ contains timestamped artifacts for Weekend Weather + Surf and Job Alert Digest.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50" dirty="0">
                <a:solidFill>
                  <a:srgbClr val="1F2937"/>
                </a:solidFill>
              </a:rPr>
              <a:t>tests/ covers registry, runner, webapp behavior, and workflow-specific logic.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Project objectives and progress summary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WORKFLOW PLATFORM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backlog is becoming structured input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Workflow request drafts now act as a staging area before implementation. This makes future workflow work easier to scope, review, and convert into configuration, prompts, and code.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97880" y="2743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Weekly Economy Sensemaking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58200" y="274320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Migrate the existing economy email with Gmail-first sourcing and a market snapshot.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97880" y="34015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Daily Job Alerts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58200" y="340156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Implemented into Job Alert Digest; request remains useful as product intent.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97880" y="405993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Events in Perth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58200" y="4059936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Draft request for future local events workflow.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97880" y="47183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Prof G Insights / Pregnancy email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58200" y="471830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Early request drafts for additional personalized briefings.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Project objectives and progress summary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WORKFLOW PLATFORM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priorities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Workflow request lifecycle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1389888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Add status, owner, acceptance criteria, and conversion from request to scaffold.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9808" y="1920240"/>
            <a:ext cx="105613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311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231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Run history and health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231136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Expose artifacts, failures, cost, and recency in the admin UI.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49808" y="2761488"/>
            <a:ext cx="105613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723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Prompt safety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3072384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Add prompt versioning, validation, and review before production runs.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49808" y="3602736"/>
            <a:ext cx="105613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136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Economy workflow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913632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Finish the Gmail-first migration with configurable market snapshot inputs.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49808" y="4443984"/>
            <a:ext cx="105613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7548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754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Production operations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4754880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</a:rPr>
              <a:t>Document scheduling, secrets, deployment, and recovery practices.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49808" y="5285232"/>
            <a:ext cx="1056132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Project objectives and progress summary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Alan Gewerc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Workflow Platform - Project Summary</dc:title>
  <dc:subject>Email Workflow Platform project objectives and progress</dc:subject>
  <dc:creator>Codex</dc:creator>
  <cp:lastModifiedBy>Codex</cp:lastModifiedBy>
  <cp:revision>1</cp:revision>
  <dcterms:created xsi:type="dcterms:W3CDTF">2026-05-01T14:34:58Z</dcterms:created>
  <dcterms:modified xsi:type="dcterms:W3CDTF">2026-05-01T14:34:58Z</dcterms:modified>
</cp:coreProperties>
</file>